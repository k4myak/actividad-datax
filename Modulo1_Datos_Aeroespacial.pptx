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28600"/>
            <a:ext cx="2926080" cy="2926080"/>
          </a:xfrm>
          <a:prstGeom prst="ellipse">
            <a:avLst/>
          </a:prstGeom>
          <a:ln w="15875">
            <a:solidFill>
              <a:srgbClr val="1C7293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555480" y="182880"/>
            <a:ext cx="2103120" cy="2103120"/>
          </a:xfrm>
          <a:prstGeom prst="ellipse">
            <a:avLst/>
          </a:prstGeom>
          <a:ln w="15875">
            <a:solidFill>
              <a:srgbClr val="1C7293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966960" y="594360"/>
            <a:ext cx="1280160" cy="1280160"/>
          </a:xfrm>
          <a:prstGeom prst="ellipse">
            <a:avLst/>
          </a:prstGeom>
          <a:ln w="15875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552176" y="11795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0" y="3931920"/>
            <a:ext cx="2926080" cy="2926080"/>
          </a:xfrm>
          <a:prstGeom prst="ellipse">
            <a:avLst/>
          </a:prstGeom>
          <a:ln w="15875">
            <a:solidFill>
              <a:srgbClr val="FF7A2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829800" y="4343400"/>
            <a:ext cx="2103120" cy="2103120"/>
          </a:xfrm>
          <a:prstGeom prst="ellipse">
            <a:avLst/>
          </a:prstGeom>
          <a:ln w="15875">
            <a:solidFill>
              <a:srgbClr val="FF7A2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241280" y="4754880"/>
            <a:ext cx="1280160" cy="1280160"/>
          </a:xfrm>
          <a:prstGeom prst="ellipse">
            <a:avLst/>
          </a:prstGeom>
          <a:ln w="15875">
            <a:solidFill>
              <a:srgbClr val="FF7A2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826496" y="5340096"/>
            <a:ext cx="109728" cy="109728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·  INGENIERÍA MECATRÓNICA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Selección, Exploración y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de Datos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 la ingeniería aeroespacial: limpieza de datos telemétricos de sensores en turbofanes de aviación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640080" cy="0"/>
          </a:xfrm>
          <a:prstGeom prst="line">
            <a:avLst/>
          </a:prstGeom>
          <a:noFill/>
          <a:ln w="31750">
            <a:solidFill>
              <a:srgbClr val="FF7A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Camilo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de Ingeniería Mecatrónica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 ·  Telemetría de Turbofanes  ·  Módulo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 EN MECATRÓNICA?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Telemetría y mantenimiento predictivo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estudiante de Ingeniería Mecatrónica, el análisis de sensores es la base para construir sistemas de monitoreo y mantenimiento predictivo en aeronaves y cohetes.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industria aeroespacial no se pueden permitir fallas imprevistas en los motores — garantizar datos telemétricos limpios es el primer paso antes de cualquier análisis.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0B1F33"/>
          </a:solidFill>
          <a:ln/>
          <a:effectLst>
            <a:outerShdw sx="100000" sy="100000" kx="0" ky="0" algn="bl" rotWithShape="0" blurRad="101600" dist="38100" dir="540000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50109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NASA C-MAPSS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telemétricas de sensores en turbofanes de aviación, registradas durante múltiples ciclos de operación.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2084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6640" y="18928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continuo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06640" y="22128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registran vibración, temperatura y presión en cada ciclo.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3337560"/>
            <a:ext cx="502920" cy="502920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640" y="3310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temprana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06640" y="3630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 desgaste antes de que derive en una falla crítica.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4754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47274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confiables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06640" y="50474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predictivo es tan bueno como los datos que lo alimentan.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 ·  Telemetría de Turbofanes  ·  Módulo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problemas clásicos de la toma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2328" y="196596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3808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203808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03808" y="33375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Filas duplicadas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03808" y="384048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retransmisión de paquetes de datos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03808" y="4572000"/>
            <a:ext cx="425196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3808" y="47091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3808" y="498348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Distorsiona estadísticas y sobre-representa ciclos de operación.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196596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35928" y="2331720"/>
            <a:ext cx="822960" cy="822960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14" name="Text 12"/>
          <p:cNvSpPr/>
          <p:nvPr/>
        </p:nvSpPr>
        <p:spPr>
          <a:xfrm>
            <a:off x="6735928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35928" y="33375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nulos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35928" y="384048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pérdida momentánea de señal en los sensores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35928" y="4572000"/>
            <a:ext cx="425196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5928" y="47091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35928" y="498348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 la continuidad de la serie temporal del sensor.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 ·  Telemetría de Turbofanes  ·  Módulo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594360"/>
            <a:ext cx="2926080" cy="2926080"/>
          </a:xfrm>
          <a:prstGeom prst="ellipse">
            <a:avLst/>
          </a:prstGeom>
          <a:ln w="15875">
            <a:solidFill>
              <a:srgbClr val="1C7293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10012680" y="-182880"/>
            <a:ext cx="2103120" cy="2103120"/>
          </a:xfrm>
          <a:prstGeom prst="ellipse">
            <a:avLst/>
          </a:prstGeom>
          <a:ln w="15875">
            <a:solidFill>
              <a:srgbClr val="1C7293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0424160" y="228600"/>
            <a:ext cx="1280160" cy="1280160"/>
          </a:xfrm>
          <a:prstGeom prst="ellipse">
            <a:avLst/>
          </a:prstGeom>
          <a:ln w="15875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1009376" y="81381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DATOS EN 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con la librería Pandas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6035040" cy="4251960"/>
          </a:xfrm>
          <a:prstGeom prst="roundRect">
            <a:avLst>
              <a:gd name="adj" fmla="val 2151"/>
            </a:avLst>
          </a:prstGeom>
          <a:solidFill>
            <a:srgbClr val="081521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29968"/>
            <a:ext cx="128016" cy="128016"/>
          </a:xfrm>
          <a:prstGeom prst="ellipse">
            <a:avLst/>
          </a:prstGeom>
          <a:solidFill>
            <a:srgbClr val="E15554"/>
          </a:solidFill>
          <a:ln/>
        </p:spPr>
      </p:sp>
      <p:sp>
        <p:nvSpPr>
          <p:cNvPr id="10" name="Shape 8"/>
          <p:cNvSpPr/>
          <p:nvPr/>
        </p:nvSpPr>
        <p:spPr>
          <a:xfrm>
            <a:off x="1124712" y="2029968"/>
            <a:ext cx="128016" cy="128016"/>
          </a:xfrm>
          <a:prstGeom prst="ellipse">
            <a:avLst/>
          </a:prstGeom>
          <a:solidFill>
            <a:srgbClr val="F0A83D"/>
          </a:solidFill>
          <a:ln/>
        </p:spPr>
      </p:sp>
      <p:sp>
        <p:nvSpPr>
          <p:cNvPr id="11" name="Shape 9"/>
          <p:cNvSpPr/>
          <p:nvPr/>
        </p:nvSpPr>
        <p:spPr>
          <a:xfrm>
            <a:off x="1380744" y="2029968"/>
            <a:ext cx="128016" cy="128016"/>
          </a:xfrm>
          <a:prstGeom prst="ellipse">
            <a:avLst/>
          </a:prstGeom>
          <a:solidFill>
            <a:srgbClr val="63C36B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9751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limpieza_telemetria.py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423160"/>
            <a:ext cx="5486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pd.read_csv('sensores_raw.csv')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E8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Eliminar filas duplicadas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B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E8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Eliminar filas con datos faltantes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B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E8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Exportar dataset depurado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B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df.to_csv('sensores_clean.csv', index=False)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1874520"/>
            <a:ext cx="4526280" cy="1234440"/>
          </a:xfrm>
          <a:prstGeom prst="roundRect">
            <a:avLst>
              <a:gd name="adj" fmla="val 5926"/>
            </a:avLst>
          </a:prstGeom>
          <a:solidFill>
            <a:srgbClr val="12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20391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92440" y="20208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9244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automáticamente las filas repetidas por retransmisión.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40880" y="3337560"/>
            <a:ext cx="4526280" cy="1234440"/>
          </a:xfrm>
          <a:prstGeom prst="roundRect">
            <a:avLst>
              <a:gd name="adj" fmla="val 5926"/>
            </a:avLst>
          </a:prstGeom>
          <a:solidFill>
            <a:srgbClr val="12314F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3502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092440" y="34838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dropna()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9244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las filas incompletas con datos faltantes.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40880" y="4800600"/>
            <a:ext cx="4526280" cy="1234440"/>
          </a:xfrm>
          <a:prstGeom prst="roundRect">
            <a:avLst>
              <a:gd name="adj" fmla="val 5926"/>
            </a:avLst>
          </a:prstGeom>
          <a:solidFill>
            <a:srgbClr val="12314F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4965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092440" y="49469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to_csv()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92440" y="5303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el resultado limpio a un nuevo archivo.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 ·  Telemetría de Turbofanes  ·  Módulo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LA LIMPIEZA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vs. Después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0B1F33"/>
          </a:solidFill>
          <a:ln/>
          <a:effectLst>
            <a:outerShdw sx="100000" sy="100000" kx="0" ky="0" algn="bl" rotWithShape="0" blurRad="127000" dist="38100" dir="5400000">
              <a:srgbClr val="1A1A1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totalmente limpias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160520"/>
            <a:ext cx="2743200" cy="0"/>
          </a:xfrm>
          <a:prstGeom prst="line">
            <a:avLst/>
          </a:prstGeom>
          <a:noFill/>
          <a:ln w="12700">
            <a:solidFill>
              <a:srgbClr val="2A4A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3891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43068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duplicados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8463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47640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valores nulos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53035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52212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 análisis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874520"/>
          <a:ext cx="7315200" cy="384048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 depurado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 duplicadas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04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nulos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04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filas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a 98 (con ruido)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04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 ·  Telemetría de Turbofanes  ·  Módulo 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749040"/>
            <a:ext cx="2926080" cy="2926080"/>
          </a:xfrm>
          <a:prstGeom prst="ellipse">
            <a:avLst/>
          </a:prstGeom>
          <a:ln w="15875">
            <a:solidFill>
              <a:srgbClr val="FF7A29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646920" y="4160520"/>
            <a:ext cx="2103120" cy="2103120"/>
          </a:xfrm>
          <a:prstGeom prst="ellipse">
            <a:avLst/>
          </a:prstGeom>
          <a:ln w="15875">
            <a:solidFill>
              <a:srgbClr val="FF7A29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0058400" y="4572000"/>
            <a:ext cx="1280160" cy="1280160"/>
          </a:xfrm>
          <a:prstGeom prst="ellipse">
            <a:avLst/>
          </a:prstGeom>
          <a:ln w="15875">
            <a:solidFill>
              <a:srgbClr val="FF7A2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643616" y="5157216"/>
            <a:ext cx="109728" cy="109728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6" name="Shape 4"/>
          <p:cNvSpPr/>
          <p:nvPr/>
        </p:nvSpPr>
        <p:spPr>
          <a:xfrm>
            <a:off x="-457200" y="-548640"/>
            <a:ext cx="2926080" cy="2926080"/>
          </a:xfrm>
          <a:prstGeom prst="ellipse">
            <a:avLst/>
          </a:prstGeom>
          <a:ln w="15875">
            <a:solidFill>
              <a:srgbClr val="1C729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-45720" y="-137160"/>
            <a:ext cx="2103120" cy="2103120"/>
          </a:xfrm>
          <a:prstGeom prst="ellipse">
            <a:avLst/>
          </a:prstGeom>
          <a:ln w="15875">
            <a:solidFill>
              <a:srgbClr val="1C729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" y="274320"/>
            <a:ext cx="1280160" cy="1280160"/>
          </a:xfrm>
          <a:prstGeom prst="ellipse">
            <a:avLst/>
          </a:prstGeom>
          <a:ln w="15875">
            <a:solidFill>
              <a:srgbClr val="1C729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50976" y="8595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PROFESIONAL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flujo de trabajo indispensable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ejercicio profesional mecatrónico, este proceso es el paso indispensable para procesar la información de cualquier sistema SCADA o de telemetría de vuelo — antes de generar cualquier modelo de mantenimiento predictivo.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7315200" cy="1188720"/>
          </a:xfrm>
          <a:prstGeom prst="roundRect">
            <a:avLst>
              <a:gd name="adj" fmla="val 7692"/>
            </a:avLst>
          </a:prstGeom>
          <a:solidFill>
            <a:srgbClr val="12314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414223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1422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74520" y="4069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y dataset depurado disponibles en GitHub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74520" y="4434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 con el script de limpieza y el archivo sensores_clean.csv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532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¡Muchas gracias!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 ·  Telemetría de Turbofanes  ·  Módulo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2026-08-17T00:19:33Z</dcterms:created>
  <dcterms:modified xsi:type="dcterms:W3CDTF">2026-08-17T00:19:33Z</dcterms:modified>
</cp:coreProperties>
</file>